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4" r:id="rId5"/>
    <p:sldId id="275" r:id="rId6"/>
    <p:sldId id="276" r:id="rId7"/>
    <p:sldId id="272" r:id="rId8"/>
    <p:sldId id="273" r:id="rId9"/>
    <p:sldId id="268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569352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7114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24830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3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STUDENT DROPOUT ANALYSIS FOR SCHOOL EDUCATION</a:t>
            </a:r>
            <a:endParaRPr sz="3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085056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</a:t>
            </a: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: CBD_7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Abdul Majid Sir,</a:t>
            </a:r>
            <a:endParaRPr lang="en-GB" sz="17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Computer Science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and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xmlns="" val="4141843687"/>
              </p:ext>
            </p:extLst>
          </p:nvPr>
        </p:nvGraphicFramePr>
        <p:xfrm>
          <a:off x="412222" y="2820929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70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 smtClean="0"/>
                        <a:t>20221CBD0029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TANUSHREE 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20221CBD0021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KAVYA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20221CBD0023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KAVYA J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510947" y="4717473"/>
            <a:ext cx="10141527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Pravinthraja </a:t>
            </a:r>
            <a:r>
              <a:rPr lang="en-GB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H M </a:t>
            </a:r>
            <a:r>
              <a:rPr lang="en-GB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Manjula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Government of Karnataka 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(Hardware / Software / Both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Description: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Right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to education is key concern for government and at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school level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; drop out ratio is high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due to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poverty and social, economic reasons. If government have drop out student analysis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on following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different categories, it will be very useful in framing different policies. 1. School wise 2. Area wise 3. Gender wise 4. Caste wise 5. Age/standard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wise. Expected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Output: Focused interventions on the high dropout rates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2655" y="1106054"/>
            <a:ext cx="10668000" cy="500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Git-hub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300019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r>
              <a:rPr lang="en-GB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Student Dropout Analysis for School Education</a:t>
            </a: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Right to Education is a key concern for the government. However, dropout rates remain high in schools due to multiple factors like poverty, social challenges, and economic constraints.</a:t>
            </a:r>
          </a:p>
          <a:p>
            <a:pPr marL="76200" indent="0">
              <a:buNone/>
            </a:pP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Problem:</a:t>
            </a: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Lack of a structured, data-driven analysis tool for: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School-wise dropout monitoring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Area-wise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Gender-wise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Caste-wise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Age/Standard-wise dropout trends</a:t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Without these insights, targeted interventions are difficult to plan and implement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466273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 algn="just">
              <a:buNone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Our project aims to:</a:t>
            </a:r>
          </a:p>
          <a:p>
            <a:pPr algn="just"/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Collect and pre-process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dropout data from authentic sources.</a:t>
            </a:r>
          </a:p>
          <a:p>
            <a:pPr algn="just"/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Analyse dropout patterns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using machine learning models.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Provide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real-time analysis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through a web-based dashboard.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Enable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manual data entry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via web forms for live monitoring.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Support policymakers and school authorities in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identifying high-risk categories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Facilitate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focused interventions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to reduce dropout rates.</a:t>
            </a:r>
            <a:endParaRPr lang="en-GB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516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466273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endParaRPr lang="en-GB" sz="1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93650" y="1381708"/>
            <a:ext cx="1098715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Website Functionality Overview</a:t>
            </a:r>
            <a:r>
              <a:rPr lang="en-US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Pre-loaded dataset fed to the ML model for training &amp;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User-friendly web interface for visual analytics.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input form for schools to add real-time dropout details.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Graphical representation (charts, heat maps, reports) for easy decision-making.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Related Research: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Reviewed research papers on dropout prediction using socio-economic &amp; demographic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Findings indicate high correlation between dropout rates and factors like poverty, gender, caste, and locality.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Existing systems focus more on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post-event reporting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; few offer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predictive, interactive tools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691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760131"/>
            <a:ext cx="106680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Why this problem matters: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Directly impacts literacy rates and human capital development.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Government schemes (e.g., Free Education) often fail to retain certain target groups.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Gap Identified: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Absence of a tool combining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collection, prediction, and visualization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 one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Our Approach: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Build an integrated system for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dropout monitoring + predictive analysis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364672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Frontend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(User Interface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): Python Library - Streamlit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Backend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Server-side): Python.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 Processing: Pandas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Scikit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-learn,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Matplotlib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/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Seaborn</a:t>
            </a:r>
            <a:endParaRPr lang="en-GB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Supervised ML Models: Random Forest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Database: MongoDB Atlas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Hosting/Deployment: GitHub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Additional Tools: VSCode, Google Colab.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08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 smtClean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https://github.com/kav-star/student_dropout.git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679" y="866065"/>
            <a:ext cx="7217285" cy="572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480291" y="1184565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 algn="just">
              <a:spcBef>
                <a:spcPts val="0"/>
              </a:spcBef>
              <a:buNone/>
            </a:pP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[1]. Cohen, Anat. “Analysis of student activity in web-supported courses as a tool for predicting dropout,” Educational Technology Research Development</a:t>
            </a:r>
            <a:r>
              <a:rPr lang="en-US" sz="22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65.65 (2017): 1285-1304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[2].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Yukselturk, Erman, Serhat Ozekes, and Yalin Kilic Turel. "Predicting dropout student: An application of data mining methods in an online education program." European Journal of Open, Distance and e-learning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17.1 (2014):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118-133.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[3].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Pérez, Boris, Camilo Castellanos, and Darío Correal. "Predicting student drop-out rates using data mining techniques: A case study." IEEE Colombian Conference on Applications in Computational Intelligence. Cham: Springer International Publishing,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2018.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spcBef>
                <a:spcPts val="0"/>
              </a:spcBef>
              <a:buNone/>
            </a:pP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605</Words>
  <Application>Microsoft Office PowerPoint</Application>
  <PresentationFormat>Custom</PresentationFormat>
  <Paragraphs>104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Bioinformatics</vt:lpstr>
      <vt:lpstr>STUDENT DROPOUT ANALYSIS FOR SCHOOL EDUCATION</vt:lpstr>
      <vt:lpstr>Problem Statement Number: </vt:lpstr>
      <vt:lpstr>Content</vt:lpstr>
      <vt:lpstr>Problem Statement</vt:lpstr>
      <vt:lpstr>Objectives</vt:lpstr>
      <vt:lpstr>Background and Related Work</vt:lpstr>
      <vt:lpstr>Analysis of Problem Statement (contd...)</vt:lpstr>
      <vt:lpstr>Technology Stack Components:</vt:lpstr>
      <vt:lpstr>Github Link</vt:lpstr>
      <vt:lpstr>Timeline of the Project</vt:lpstr>
      <vt:lpstr>References (IEEE Paper format)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user</cp:lastModifiedBy>
  <cp:revision>63</cp:revision>
  <dcterms:modified xsi:type="dcterms:W3CDTF">2025-12-02T15:39:07Z</dcterms:modified>
</cp:coreProperties>
</file>