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2" r:id="rId8"/>
    <p:sldId id="27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6935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71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3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085056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CBD_7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Abdul Majid Sir,</a:t>
            </a:r>
            <a:endParaRPr lang="en-GB" sz="17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xmlns="" val="4141843687"/>
              </p:ext>
            </p:extLst>
          </p:nvPr>
        </p:nvGraphicFramePr>
        <p:xfrm>
          <a:off x="412222" y="282092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7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 smtClean="0"/>
                        <a:t>20221CBD0029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TANUSHREE 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 VIVA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10947" y="4717473"/>
            <a:ext cx="1014152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Pravinthraja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Karnataka 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to education is key concern for government and at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 level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; drop out ratio is high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poverty and social, economic reasons. If government have drop out student analysis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following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categories, it will be very useful in framing different policies. 1. School wise 2. Area wise 3. Gender wise 4. Caste wise 5. Age/standard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wise. Expected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Focused interventions on the high dropout rates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655" y="1106054"/>
            <a:ext cx="10668000" cy="500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300019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to Education is a key concern for the government. However, dropout rates remain high in schools due to multiple factors like poverty, social challenges, and economic constraints.</a:t>
            </a:r>
          </a:p>
          <a:p>
            <a:pPr marL="76200" indent="0">
              <a:buNone/>
            </a:pP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Problem: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Lack of a structured, data-driven analysis tool for: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School-wise dropout monitoring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Area-wise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Gender-wise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Caste-wise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Age/Standard-wise dropout trends</a:t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these insights, targeted interventions are difficult to plan and implement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buNone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Our project aims to: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 and pre-process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dropout data from authentic sources.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dropout patterns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using machine learning models.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analysis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through a web-based dashboard.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Enable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manual data entry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via web forms for live monitoring.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policymakers and school authorities in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identifying high-risk categories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Facilitate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focused interventions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to reduce dropout rates.</a:t>
            </a: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51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endParaRPr lang="en-GB"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3650" y="1381708"/>
            <a:ext cx="109871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 Functionality Overview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Pre-loaded dataset fed to the ML model for training &amp;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for visual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input form for schools to add real-time dropout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Graphical representation (charts, heat maps, reports) for easy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Related Research: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Reviewed research papers on dropout prediction using socio-economic &amp; demographic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Findings indicate high correlation between dropout rates and factors like poverty, gender, caste, and locality.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focus more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post-event reporting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few offer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predictive, interactive tools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91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60131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this problem matters: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Directly impacts literacy rates and human capital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Government schemes (e.g., Free Education) often fail to retain certain target groups.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Absence of a tool combining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collection, prediction, and visualization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one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 Approach: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an integrated system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dropout monitoring + predictive analysis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6467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(User Interface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):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Python Library - Streamlit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Server-side):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Python.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Processing: Pandas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Seaborn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Supervised ML Models: Random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Forest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Database: </a:t>
            </a: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MongoDB Atlas</a:t>
            </a:r>
            <a:endParaRPr lang="en-IN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Hosting/Deployment: GitHub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Tools: VSCode, Google Colab.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https://github.com/kav-star/student_dropout.git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79" y="866065"/>
            <a:ext cx="7217285" cy="57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80291" y="11845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[1]. Cohen, Anat. “Analysis of student activity in web-supported courses as a tool for predicting dropout,” Educational Technology Research Development</a:t>
            </a:r>
            <a:r>
              <a:rPr lang="en-US" sz="22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65.65 (2017): 1285-1304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[2].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Yukselturk, Erman, Serhat Ozekes, and Yalin Kilic Turel. "Predicting dropout student: An application of data mining methods in an online education program." European Journal of Open, Distance and e-learning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17.1 (2014):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118-133.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[3].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Pérez, Boris, Camilo Castellanos, and Darío Correal. "Predicting student drop-out rates using data mining techniques: A case study." IEEE Colombian Conference on Applications in Computational Intelligence. Cham: Springer International Publishing,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2018.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606</Words>
  <Application>Microsoft Office PowerPoint</Application>
  <PresentationFormat>Custom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STUDENT DROPOUT ANALYSIS FOR SCHOOL EDUCATION</vt:lpstr>
      <vt:lpstr>Problem Statement Number: </vt:lpstr>
      <vt:lpstr>Content</vt:lpstr>
      <vt:lpstr>Problem Statement</vt:lpstr>
      <vt:lpstr>Objectives</vt:lpstr>
      <vt:lpstr>Background and Related Work</vt:lpstr>
      <vt:lpstr>Analysis of Problem Statement (contd...)</vt:lpstr>
      <vt:lpstr>Technology Stack Components:</vt:lpstr>
      <vt:lpstr>Github Link</vt:lpstr>
      <vt:lpstr>Timeline of the Project</vt:lpstr>
      <vt:lpstr>References (IEEE Paper format)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user</cp:lastModifiedBy>
  <cp:revision>61</cp:revision>
  <dcterms:modified xsi:type="dcterms:W3CDTF">2025-12-02T15:35:53Z</dcterms:modified>
</cp:coreProperties>
</file>